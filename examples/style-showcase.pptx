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422ac5c7e479c" /><Relationship Type="http://schemas.openxmlformats.org/officeDocument/2006/relationships/extended-properties" Target="/docProps/app.xml" Id="Rb73db2c679434417" /><Relationship Type="http://schemas.openxmlformats.org/officeDocument/2006/relationships/officeDocument" Target="/ppt/presentation.xml" Id="R138960b8d4ac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dc70475424412"/>
  </p:sldMasterIdLst>
  <p:notesMasterIdLst>
    <p:notesMasterId xmlns:r="http://schemas.openxmlformats.org/officeDocument/2006/relationships" r:id="R6a668803d15948f5"/>
  </p:notesMasterIdLst>
  <p:sldIdLst>
    <p:sldId xmlns:r="http://schemas.openxmlformats.org/officeDocument/2006/relationships" id="256" r:id="R307ff5cf3afd4a44"/>
    <p:sldId xmlns:r="http://schemas.openxmlformats.org/officeDocument/2006/relationships" id="257" r:id="Rde407eb5d35a4a1e"/>
    <p:sldId xmlns:r="http://schemas.openxmlformats.org/officeDocument/2006/relationships" id="258" r:id="R7e4ac88f7fe943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549c60c7e4d44" /><Relationship Type="http://schemas.openxmlformats.org/officeDocument/2006/relationships/slideMaster" Target="/ppt/slideMasters/slideMaster1.xml" Id="R90ddc70475424412" /><Relationship Type="http://schemas.openxmlformats.org/officeDocument/2006/relationships/notesMaster" Target="/ppt/notesMasters/notesMaster1.xml" Id="R6a668803d15948f5" /><Relationship Type="http://schemas.openxmlformats.org/officeDocument/2006/relationships/presProps" Target="/ppt/presProps.xml" Id="R4a4b77c1b7e14b5f" /><Relationship Type="http://schemas.openxmlformats.org/officeDocument/2006/relationships/tableStyles" Target="/ppt/tableStyles.xml" Id="Rdd0dec23693d4bf2" /><Relationship Type="http://schemas.openxmlformats.org/officeDocument/2006/relationships/slide" Target="/ppt/slides/slide1.xml" Id="R307ff5cf3afd4a44" /><Relationship Type="http://schemas.openxmlformats.org/officeDocument/2006/relationships/slide" Target="/ppt/slides/slide2.xml" Id="Rde407eb5d35a4a1e" /><Relationship Type="http://schemas.openxmlformats.org/officeDocument/2006/relationships/slide" Target="/ppt/slides/slide3.xml" Id="R7e4ac88f7fe9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9545308a224c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f5d549675487f" /><Relationship Type="http://schemas.openxmlformats.org/officeDocument/2006/relationships/notesMaster" Target="/ppt/notesMasters/notesMaster1.xml" Id="Rac6546fb42ab42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21c81ff744c5f" /><Relationship Type="http://schemas.openxmlformats.org/officeDocument/2006/relationships/notesMaster" Target="/ppt/notesMasters/notesMaster1.xml" Id="R059dd9159827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728b4b6524ba3" /><Relationship Type="http://schemas.openxmlformats.org/officeDocument/2006/relationships/notesMaster" Target="/ppt/notesMasters/notesMaster1.xml" Id="R60c624d586b6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本页使用虚构数据演示 PPTSKILL 的视觉预设，不代表真实企业或研究。旧方案 54/100，新方案 72/100。差异为 18 个百分点，不能据此作因果推断。图表为原生图表，来源为本仓库 examples/storyboard.md 的示例情境。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本页使用虚构数据演示 PPTSKILL 的视觉预设，不代表真实企业或研究。旧方案 54/100，新方案 72/100。差异为 18 个百分点，不能据此作因果推断。图表为原生图表，来源为本仓库 examples/storyboard.md 的示例情境。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本页使用虚构数据演示 PPTSKILL 的视觉预设，不代表真实企业或研究。旧方案 54/100，新方案 72/100。差异为 18 个百分点，不能据此作因果推断。图表为原生图表，来源为本仓库 examples/storyboard.md 的示例情境。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56c61a6314e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484aed16e4b97" /><Relationship Type="http://schemas.openxmlformats.org/officeDocument/2006/relationships/slideLayout" Target="/ppt/slideLayouts/slideLayout1.xml" Id="R5f434d047867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434d047867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4b7a056a44d9f" /><Relationship Type="http://schemas.openxmlformats.org/officeDocument/2006/relationships/chart" Target="/ppt/slides/charts/chart1.xml" Id="Rc52b6876d35d4e46" /><Relationship Type="http://schemas.openxmlformats.org/officeDocument/2006/relationships/notesSlide" Target="/ppt/notesSlides/notesSlide1.xml" Id="R11c0170b2c76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cf039be784925" /><Relationship Type="http://schemas.openxmlformats.org/officeDocument/2006/relationships/chart" Target="/ppt/slides/charts/chart2.xml" Id="Rb7a6fb7247364b39" /><Relationship Type="http://schemas.openxmlformats.org/officeDocument/2006/relationships/notesSlide" Target="/ppt/notesSlides/notesSlide2.xml" Id="R81fbb81c88aa4d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7bb5d610f4ad7" /><Relationship Type="http://schemas.openxmlformats.org/officeDocument/2006/relationships/chart" Target="/ppt/slides/charts/chart3.xml" Id="R398444593ec44967" /><Relationship Type="http://schemas.openxmlformats.org/officeDocument/2006/relationships/notesSlide" Target="/ppt/notesSlides/notesSlide3.xml" Id="R7dea7af77fdb4b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任务完成率</c:v>
          </c:tx>
          <c:spPr>
            <a:solidFill xmlns:a="http://schemas.openxmlformats.org/drawingml/2006/main">
              <a:srgbClr val="A9EA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AC6F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9EAC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旧方案</c:v>
                </c:pt>
                <c:pt idx="1">
                  <c:v>新方案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54</c:v>
                </c:pt>
                <c:pt idx="1">
                  <c:v>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F2F7F4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7BAB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2F7F4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2858">
              <a:solidFill>
                <a:srgbClr val="A7BAB8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101B2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101B2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任务完成率</c:v>
          </c:tx>
          <c:spPr>
            <a:solidFill xmlns:a="http://schemas.openxmlformats.org/drawingml/2006/main">
              <a:srgbClr val="B53D2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46B5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53D2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旧方案</c:v>
                </c:pt>
                <c:pt idx="1">
                  <c:v>新方案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54</c:v>
                </c:pt>
                <c:pt idx="1">
                  <c:v>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27282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D6C6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282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2858">
              <a:solidFill>
                <a:srgbClr val="6D6C60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6F1E7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1E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任务完成率</c:v>
          </c:tx>
          <c:spPr>
            <a:solidFill xmlns:a="http://schemas.openxmlformats.org/drawingml/2006/main">
              <a:srgbClr val="2859C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77D7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59C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旧方案</c:v>
                </c:pt>
                <c:pt idx="1">
                  <c:v>新方案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54</c:v>
                </c:pt>
                <c:pt idx="1">
                  <c:v>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285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C638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2851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2858">
              <a:solidFill>
                <a:srgbClr val="4C6382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73E5-6F61-40CF-9ED9-A5514546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EAC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A9EACB"/>
                </a:solidFill>
                <a:latin typeface="Arial Unicode MS"/>
                <a:ea typeface="Arial Unicode MS"/>
                <a:cs typeface="Arial Unicode MS"/>
              </a:rPr>
              <a:t>Midnight · 午夜发布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6E57-76DB-4843-9BBA-3ED0D522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2F7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F2F7F4"/>
                </a:solidFill>
                <a:latin typeface="Arial Unicode MS"/>
                <a:ea typeface="Arial Unicode MS"/>
                <a:cs typeface="Arial Unicode MS"/>
              </a:rPr>
              <a:t>完成率相差 18 个百分点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B9027-C202-41D7-8160-881A548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550" b="1">
                <a:solidFill>
                  <a:srgbClr val="A9EA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550" b="1">
                <a:solidFill>
                  <a:srgbClr val="A9EAC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F450C-4DBC-40CA-948E-584E342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433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2F7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2F7F4"/>
                </a:solidFill>
                <a:latin typeface="Arial Unicode MS"/>
                <a:ea typeface="Arial Unicode MS"/>
                <a:cs typeface="Arial Unicode MS"/>
              </a:rPr>
              <a:t>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E4D44-9F01-4E44-98A4-A643436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01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rPr>
              <a:t>同一任务，两种首次使用流程。</a:t>
            </a:r>
          </a:p>
          <a:p xmlns:a="http://schemas.openxmlformats.org/drawingml/2006/main">
            <a:pPr>
              <a:defRPr sz="2025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rPr>
              <a:t>下一步验证差异能否复现。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429250" y="2238375"/>
          <a:ext xmlns:a="http://schemas.openxmlformats.org/drawingml/2006/main" cx="600075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2b6876d35d4e4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A8909-5F80-4891-8E3D-BCFDB5D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7BAB8"/>
                </a:solidFill>
                <a:latin typeface="Arial Unicode MS"/>
                <a:ea typeface="Arial Unicode MS"/>
                <a:cs typeface="Arial Unicode MS"/>
              </a:rPr>
              <a:t>虚构演示数据：两组各 100 次试用，分别完成 54 次与 72 次；未提供随机分组及统计检验。</a:t>
            </a:r>
          </a:p>
        </p:txBody>
      </p:sp>
    </p:spTree>
    <p:extLst>
      <p:ext uri="{BB962C8B-B14F-4D97-AF65-F5344CB8AC3E}">
        <p14:creationId xmlns:p14="http://schemas.microsoft.com/office/powerpoint/2010/main" val="2091336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CD4C9-468B-4E73-BABB-0A1E51F9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53D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B53D2A"/>
                </a:solidFill>
                <a:latin typeface="Arial Unicode MS"/>
                <a:ea typeface="Arial Unicode MS"/>
                <a:cs typeface="Arial Unicode MS"/>
              </a:rPr>
              <a:t>Editorial · 纸上观点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2323B-12C4-4D43-87D8-1AA082E8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272822"/>
                </a:solidFill>
                <a:latin typeface="Songti SC"/>
                <a:ea typeface="Songti SC"/>
                <a:cs typeface="Songti SC"/>
              </a:defRPr>
            </a:pPr>
            <a:r>
              <a:rPr sz="4500" b="0">
                <a:solidFill>
                  <a:srgbClr val="272822"/>
                </a:solidFill>
                <a:latin typeface="Songti SC"/>
                <a:ea typeface="Songti SC"/>
                <a:cs typeface="Songti SC"/>
              </a:rPr>
              <a:t>同一任务的两种体验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1A57D-AB2C-4E8C-AAC3-F72DF297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4667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0">
                <a:solidFill>
                  <a:srgbClr val="B53D2A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B53D2A"/>
                </a:solidFill>
                <a:latin typeface="Georgia"/>
                <a:ea typeface="Georgia"/>
                <a:cs typeface="Georgia"/>
              </a:rPr>
              <a:t>54% 与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0E6B8-C313-4282-BBF5-25C7442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575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282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72822"/>
                </a:solidFill>
                <a:latin typeface="Arial Unicode MS"/>
                <a:ea typeface="Arial Unicode MS"/>
                <a:cs typeface="Arial Unicode MS"/>
              </a:rPr>
              <a:t>完成率相差 18 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116DF-72B3-4995-B11D-5926A76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814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rPr>
              <a:t>先呈现观察，再讨论解释。</a:t>
            </a:r>
          </a:p>
          <a:p xmlns:a="http://schemas.openxmlformats.org/drawingml/2006/main">
            <a:pPr>
              <a:defRPr sz="19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rPr>
              <a:t>还需验证人群与任务的差异。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524500" y="2009775"/>
          <a:ext xmlns:a="http://schemas.openxmlformats.org/drawingml/2006/main" cx="5905500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a6fb7247364b3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A0B44-D490-4109-A34D-51357192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D6C60"/>
                </a:solidFill>
                <a:latin typeface="Arial Unicode MS"/>
                <a:ea typeface="Arial Unicode MS"/>
                <a:cs typeface="Arial Unicode MS"/>
              </a:rPr>
              <a:t>虚构演示数据：两组各 100 次试用，分别完成 54 次与 72 次；未提供随机分组及统计检验。</a:t>
            </a:r>
          </a:p>
        </p:txBody>
      </p:sp>
    </p:spTree>
    <p:extLst>
      <p:ext uri="{BB962C8B-B14F-4D97-AF65-F5344CB8AC3E}">
        <p14:creationId xmlns:p14="http://schemas.microsoft.com/office/powerpoint/2010/main" val="753956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E6A3C-86F1-49A7-B71E-4A251C16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59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859C5"/>
                </a:solidFill>
                <a:latin typeface="Arial Unicode MS"/>
                <a:ea typeface="Arial Unicode MS"/>
                <a:cs typeface="Arial Unicode MS"/>
              </a:rPr>
              <a:t>Blueprint · 清晰蓝图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4839F-C008-4980-9CEF-6787F4F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285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112851"/>
                </a:solidFill>
                <a:latin typeface="Arial Unicode MS"/>
                <a:ea typeface="Arial Unicode MS"/>
                <a:cs typeface="Arial Unicode MS"/>
              </a:rPr>
              <a:t>首次使用流程的完成率对比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6286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8444593ec4496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36033-D6E9-4B32-9B9F-6D2FFA6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59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859C5"/>
                </a:solidFill>
                <a:latin typeface="Arial Unicode MS"/>
                <a:ea typeface="Arial Unicode MS"/>
                <a:cs typeface="Arial Unicode MS"/>
              </a:rPr>
              <a:t>观察结果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1E5F-E7D5-431D-B6B2-8FDE021E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622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128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2851"/>
                </a:solidFill>
                <a:latin typeface="Helvetica Neue"/>
                <a:ea typeface="Helvetica Neue"/>
                <a:cs typeface="Helvetica Neue"/>
              </a:rPr>
              <a:t>+18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92A1E-9955-4922-8876-F2ED3C5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285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12851"/>
                </a:solidFill>
                <a:latin typeface="Arial Unicode MS"/>
                <a:ea typeface="Arial Unicode MS"/>
                <a:cs typeface="Arial Unicode MS"/>
              </a:rPr>
              <a:t>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E51A3-EA7B-4BC2-8FF3-70C2FCB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71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rPr>
              <a:t>结果需要继续验证，</a:t>
            </a:r>
          </a:p>
          <a:p xmlns:a="http://schemas.openxmlformats.org/drawingml/2006/main">
            <a:pPr>
              <a:defRPr sz="180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rPr>
              <a:t>当前数据不足以支持因果推断。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8948C-C5A0-496A-A11D-ECF3921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4C6382"/>
                </a:solidFill>
                <a:latin typeface="Arial Unicode MS"/>
                <a:ea typeface="Arial Unicode MS"/>
                <a:cs typeface="Arial Unicode MS"/>
              </a:rPr>
              <a:t>虚构演示数据：两组各 100 次试用，分别完成 54 次与 72 次；未提供随机分组及统计检验。</a:t>
            </a:r>
          </a:p>
        </p:txBody>
      </p:sp>
    </p:spTree>
    <p:extLst>
      <p:ext uri="{BB962C8B-B14F-4D97-AF65-F5344CB8AC3E}">
        <p14:creationId xmlns:p14="http://schemas.microsoft.com/office/powerpoint/2010/main" val="1707304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2026-09-25T09:03:37.8510000Z</dcterms:created>
  <dcterms:modified xsi:type="dcterms:W3CDTF">2026-09-25T09:03:37.8510000Z</dcterms:modified>
</coreProperties>
</file>